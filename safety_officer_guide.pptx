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05840"/>
            <a:ext cx="2560320" cy="320040"/>
          </a:xfrm>
          <a:prstGeom prst="rect">
            <a:avLst>
              <a:gd name="adj" fmla="val 11429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 SYSTEM  —  USER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Officer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Portal Guide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 for: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·  Observations  ·  JSO  ·  TBT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617720"/>
            <a:ext cx="83210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Safety Officers  |  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Navigation Menu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log in as a Safety Officer, the top navigation bar shows these links: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475488"/>
          </a:xfrm>
          <a:prstGeom prst="rect">
            <a:avLst>
              <a:gd name="adj" fmla="val 1153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My 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2996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9300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596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5604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3408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691640"/>
            <a:ext cx="1965960" cy="3154680"/>
          </a:xfrm>
          <a:prstGeom prst="rect">
            <a:avLst>
              <a:gd name="adj" fmla="val 3721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2331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Location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16916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78892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where you are on-site every day. Shows your Package, Unit, and nearest supervisor.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1691640"/>
            <a:ext cx="1965960" cy="3154680"/>
          </a:xfrm>
          <a:prstGeom prst="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14600" y="2331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2715768"/>
            <a:ext cx="16916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624328" y="278892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unsafe acts, unsafe conditions, or positive observations. Track open &amp; closed items.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691640"/>
            <a:ext cx="1965960" cy="3154680"/>
          </a:xfrm>
          <a:prstGeom prst="rect">
            <a:avLst>
              <a:gd name="adj" fmla="val 3721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617720" y="2331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715768"/>
            <a:ext cx="16916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278892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Job Safety Observation closures with a JSO number, location, action taken, and photo.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1965960" cy="3154680"/>
          </a:xfrm>
          <a:prstGeom prst="rect">
            <a:avLst>
              <a:gd name="adj" fmla="val 372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20840" y="2331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0" y="2715768"/>
            <a:ext cx="16916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830568" y="278892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Toolbox Talk records. Add topic, attendees by badge number, and sign-in photo.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274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2057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area every 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supervisors know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position on site.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520440"/>
            <a:ext cx="2834640" cy="1417320"/>
          </a:xfrm>
          <a:prstGeom prst="rect">
            <a:avLst>
              <a:gd name="adj" fmla="val 3871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35204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Do this 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 before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any activity.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Register Your Location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704088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7040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68580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"📍 My Location"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932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in the top navigation bar (highlighted in amber).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83864" y="1014984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408176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4081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Package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367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PKG 2 or PKG 3 from the dropdown.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83864" y="1719072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2112264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1122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09397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Unit Number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34086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unit (e.g. 320). This is required.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83864" y="2423160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2816352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8163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27980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Area / Substation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0449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e.g. "str3000". Helps supervisors find you faster.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83864" y="3127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3520440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5204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350215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"💾 Save Location"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✓ Saved message confirms the update.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83864" y="3831336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4224528"/>
            <a:ext cx="301752" cy="3017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42245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49040" y="420624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"Nearest Supervisor"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49040" y="44531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shows you the closest supervisor on site.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👁️  Observations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see on site — unsafe acts, unsafe conditions, or positive behaviours.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1874520"/>
          </a:xfrm>
          <a:prstGeom prst="rect">
            <a:avLst>
              <a:gd name="adj" fmla="val 390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789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Unsafe 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490472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not following safe procedures, improper PPE use, incorrect tool usage.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874520"/>
          </a:xfrm>
          <a:prstGeom prst="rect">
            <a:avLst>
              <a:gd name="adj" fmla="val 390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0789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Unsafe Condition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490472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environments: spills, loose cables, unguarded edges, poor lighting.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606040" cy="1874520"/>
          </a:xfrm>
          <a:prstGeom prst="rect">
            <a:avLst>
              <a:gd name="adj" fmla="val 390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0789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0488" y="1490472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safety practices, workers wearing proper PPE, correct procedures followed.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Levels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364992"/>
            <a:ext cx="2606040" cy="1572768"/>
          </a:xfrm>
          <a:prstGeom prst="rect">
            <a:avLst>
              <a:gd name="adj" fmla="val 348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43814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776472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danger. Requires urgent action. Supervisor notified at once.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3364992"/>
            <a:ext cx="2606040" cy="1572768"/>
          </a:xfrm>
          <a:prstGeom prst="rect">
            <a:avLst>
              <a:gd name="adj" fmla="val 348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43814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Medium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3776472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hazard. Must be corrected the same day.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3364992"/>
            <a:ext cx="2606040" cy="1572768"/>
          </a:xfrm>
          <a:prstGeom prst="rect">
            <a:avLst>
              <a:gd name="adj" fmla="val 3488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343814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3776472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issue. Plan corrective action within normal timeframe.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Submit a New Observation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Observations  →  click the "+ New Observation" button (top-right).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Fields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319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081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55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with today's date. Change if needed.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area — suggestions appear as you type.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61488"/>
            <a:ext cx="39319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Type * 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Unsafe Act / Unsafe Condition / Positive.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8163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465576"/>
            <a:ext cx="39319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PPE, Excavation, Housekeeping, Work at Height…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169664"/>
            <a:ext cx="39319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224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Low  |  M = Medium  |  H = High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Fields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53312"/>
            <a:ext cx="4069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4081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16550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clearly what you saw. Be specific.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057400"/>
            <a:ext cx="4069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11226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Taken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2359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right away to address it?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761488"/>
            <a:ext cx="4069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8163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(up to 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before/during/after photos as evidence.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663440"/>
            <a:ext cx="8321040" cy="365760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Click "Save Observation" to submit. The observation appears in your list as OPEN. You can close it later once corrective action is completed.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320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an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0299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hazard is fixed,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observation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CLOSED with proof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corrective action.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2743200" cy="384048"/>
          </a:xfrm>
          <a:prstGeom prst="rect">
            <a:avLst>
              <a:gd name="adj" fmla="val 11905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383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OPEN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3813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4160520"/>
            <a:ext cx="2743200" cy="384048"/>
          </a:xfrm>
          <a:prstGeom prst="rect">
            <a:avLst>
              <a:gd name="adj" fmla="val 11905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CLOSED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Close an Observation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71323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713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77056" y="68580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Observations 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77056" y="9326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"Observations" in the top menu.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21024" y="1014984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41732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138988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Open Item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16367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red "● OPEN" badge. Filter by "Open" if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21024" y="1719072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0440" y="2121408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77056" y="20939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"Close This Observation"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77056" y="23408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appears at the bottom of each open observation card.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21024" y="2423160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0440" y="282549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77056" y="279806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Closure 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77056" y="30449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was done to resolve the issue (required).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21024" y="3127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0440" y="3529584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77056" y="350215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Closure Photo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77056" y="37490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the corrected situation as evidence (optional).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21024" y="3831336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3520440" y="423367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77056" y="42062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77056" y="44531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 status changes to CLOSED with a timestamp.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JSO Closure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 (Job Safety Observation) closure records that a safety issue identified during a JSO has been resolved.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31920" cy="3931920"/>
          </a:xfrm>
          <a:prstGeom prst="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JSO?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Safety Observation 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(JSO)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formal inspection of a job task to identify and correct hazards before work begins.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 Closure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system records that:
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 was conducted
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were identified
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were taken and the issue is now CLOSED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includes a unique JSO number for traceability.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69080" cy="3931920"/>
          </a:xfrm>
          <a:prstGeom prst="rect">
            <a:avLst>
              <a:gd name="adj" fmla="val 186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Enter on the 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5727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JSO Number 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printed on the JSO paper (e.g. JSO-2024-001). Required.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2311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the JSO was closed. Auto-fills today.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88950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Location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31272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area where the JSO was performed.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35478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Action Taken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7856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was done to close the hazard.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4206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Evidence Photo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4439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proving the issue is resolved.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 Toolbox Talk (TBT)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Toolbox Talk is a short daily safety briefing held before work starts. Record every TBT you conduct.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Fields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with today's date.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157984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219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* 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subject discussed (e.g. "Hand Safety", "Hot Work Hazards").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7560" y="22219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26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282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area where the TBT was held.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767328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313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087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supervisor's code and click Lookup to link them.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353312"/>
            <a:ext cx="406908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417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Employees Button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1673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supervisor lookup — auto-loads all employees under that supervisor.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157984"/>
            <a:ext cx="406908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221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Number + Add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2478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each attendee's badge number and click Add. Name fills automatically.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06908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026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Sheet Photo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3282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of the signed attendance paper for records.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645152"/>
            <a:ext cx="8321040" cy="384048"/>
          </a:xfrm>
          <a:prstGeom prst="rect">
            <a:avLst>
              <a:gd name="adj" fmla="val 1190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45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Use "Load Employees" after entering the supervisor code — it auto-fills all workers under that supervisor into the attendance list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320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TBT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TBT  in the 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 click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New TBT"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834640"/>
            <a:ext cx="2926080" cy="2103120"/>
          </a:xfrm>
          <a:prstGeom prst="rect">
            <a:avLst>
              <a:gd name="adj" fmla="val 2609"/>
            </a:avLst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3218688"/>
            <a:ext cx="2706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 is the only required 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badge number is verified against the employee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Attendee list is saved with the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 edit or delete a TBT later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0440" y="69494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58768" y="667512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"+ New TBT"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58768" y="88696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button on the TBT list page.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1024" y="978408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130759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58768" y="1280160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58768" y="149961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"PPE Compliance", "Excavation Safety". This is required.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21024" y="1591056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0440" y="19202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58768" y="1892808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 &amp; 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211226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defaults to today. Type the site area in Location.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21024" y="2203704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0440" y="253288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58768" y="2505456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Supervisor Code (opt.)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272491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Lookup → name appears. Then click "Load Employees" to auto-fill attendees.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21024" y="2816352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14553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58768" y="3118104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Attendees Manually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58768" y="333756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each badge number → click Add. The employee name loads from the system.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21024" y="3429000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3520440" y="375818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35204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58768" y="3730752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Sign-in Sheet Photo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58768" y="395020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recommended — photograph the signed attendance paper.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21024" y="4041648"/>
            <a:ext cx="18288" cy="3108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3520440" y="437083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58768" y="4343400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"Save TBT"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58768" y="456285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appears in your TBT list with attendee count shown.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Safety Officer Daily Checklist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993392" cy="4133088"/>
          </a:xfrm>
          <a:prstGeom prst="rect">
            <a:avLst>
              <a:gd name="adj" fmla="val 3670"/>
            </a:avLst>
          </a:prstGeom>
          <a:solidFill>
            <a:srgbClr val="16653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 Location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1773936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435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 PKG 2 or PKG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2938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 your Unit number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 Area (optional)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91693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Click Save Location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4107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nearest supervisor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868680"/>
            <a:ext cx="1993392" cy="4133088"/>
          </a:xfrm>
          <a:prstGeom prst="rect">
            <a:avLst>
              <a:gd name="adj" fmla="val 3670"/>
            </a:avLst>
          </a:prstGeom>
          <a:solidFill>
            <a:srgbClr val="166534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👁️  Observation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1344168"/>
            <a:ext cx="1773936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435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Choose type (Unsafe Act / Condition / Positive)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192938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risk level (L / M / 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24231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Write clear description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91693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Note immediate action taken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4107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Attach photo if possible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390448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Close open items when resolved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9704" y="868680"/>
            <a:ext cx="1993392" cy="4133088"/>
          </a:xfrm>
          <a:prstGeom prst="rect">
            <a:avLst>
              <a:gd name="adj" fmla="val 3670"/>
            </a:avLst>
          </a:prstGeom>
          <a:solidFill>
            <a:srgbClr val="16653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JSO Closure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1344168"/>
            <a:ext cx="1773936" cy="1828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14356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 JSO number (required)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9432" y="192938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date &amp; location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9432" y="242316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Describe action taken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9432" y="291693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Upload evidence photo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9432" y="34107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 the record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74536" y="868680"/>
            <a:ext cx="2240280" cy="4133088"/>
          </a:xfrm>
          <a:prstGeom prst="rect">
            <a:avLst>
              <a:gd name="adj" fmla="val 3265"/>
            </a:avLst>
          </a:prstGeom>
          <a:solidFill>
            <a:srgbClr val="166534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84264" y="96012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 TBT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84264" y="1344168"/>
            <a:ext cx="2020824" cy="1828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33" name="Text 31"/>
          <p:cNvSpPr/>
          <p:nvPr/>
        </p:nvSpPr>
        <p:spPr>
          <a:xfrm>
            <a:off x="6684264" y="143560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 TBT topic (required)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84264" y="1929384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date &amp; location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84264" y="242316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Look up supervisor (optional)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84264" y="2916936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Load employees auto-fill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84264" y="341071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 badges manually if needed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84264" y="390448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Upload sign-in sheet photo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84264" y="4398264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 TBT record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 System  —  Safety Officer Guide  |  For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2026-08-12T08:14:12Z</dcterms:created>
  <dcterms:modified xsi:type="dcterms:W3CDTF">2026-08-12T08:14:12Z</dcterms:modified>
</cp:coreProperties>
</file>